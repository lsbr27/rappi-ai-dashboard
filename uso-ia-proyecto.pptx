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4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usé IA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" y="1691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 proyecto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1148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 decisiones y por qué las tomé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11480" y="4206240"/>
            <a:ext cx="2560320" cy="411480"/>
          </a:xfrm>
          <a:prstGeom prst="rect">
            <a:avLst/>
          </a:prstGeom>
          <a:solidFill>
            <a:srgbClr val="FF441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de Disponibilidad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como copiloto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en tres frentes principales, no solo para generar código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06040" cy="54864"/>
          </a:xfrm>
          <a:prstGeom prst="rect">
            <a:avLst/>
          </a:prstGeom>
          <a:solidFill>
            <a:srgbClr val="FF44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&amp; Experiencia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debía comunicar el dashboard, qué gráficos aportaban valor, cómo debería verse y sonar la interfaz.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0604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417320"/>
            <a:ext cx="2606040" cy="54864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datos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explicar mejor los datos, qué métricas eran útiles, qué lenguaje operativo usar para los estados.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3200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417320"/>
            <a:ext cx="260604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técnica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componentes React, ajustar estilos Chakra UI, integrar gráficos, corregir errores de runtime.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— Agente de desarrollo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generó código — actuó como agente: inspeccionó, editó, compiló y corrigió dentro del mismo flujo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54864"/>
          </a:xfrm>
          <a:prstGeom prst="rect">
            <a:avLst/>
          </a:prstGeom>
          <a:solidFill>
            <a:srgbClr val="FF441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hizo?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470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Leyó la estructura del proyecto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039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Identificó exactamente qué archivos tocar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40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368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Modificó componentes React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StoreAvailabilityDashboard.tsx, MetricsCards.tsx...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8094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2935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Ajustó estilos con Chakra UI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77240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Buscó la documentación oficial y la aplicó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4787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Integró Recharts + sparklines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77240" y="37398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Consultó docs de Recharts para cada gráfico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1480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Ejecutó builds y corrigió errores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77240" y="4306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Detectó ícono faltante → dashboard en blanco → fix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663440" y="1280160"/>
            <a:ext cx="411480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663440" y="1280160"/>
            <a:ext cx="41148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17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usó la documentación?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84632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buscaba la documentación por su cuenta — sin que yo tuviera que pasársela manualmente.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846320" y="2514600"/>
            <a:ext cx="3749040" cy="5943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7" name="Shape 20"/>
          <p:cNvSpPr/>
          <p:nvPr/>
        </p:nvSpPr>
        <p:spPr>
          <a:xfrm>
            <a:off x="4846320" y="2514600"/>
            <a:ext cx="45720" cy="5943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8" name="Text 21"/>
          <p:cNvSpPr/>
          <p:nvPr/>
        </p:nvSpPr>
        <p:spPr>
          <a:xfrm>
            <a:off x="4983480" y="2551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Chakra UI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8348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de componentes, variantes, tokens de color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846320" y="3227832"/>
            <a:ext cx="3749040" cy="5943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1" name="Shape 24"/>
          <p:cNvSpPr/>
          <p:nvPr/>
        </p:nvSpPr>
        <p:spPr>
          <a:xfrm>
            <a:off x="4846320" y="3227832"/>
            <a:ext cx="45720" cy="5943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2" name="Text 25"/>
          <p:cNvSpPr/>
          <p:nvPr/>
        </p:nvSpPr>
        <p:spPr>
          <a:xfrm>
            <a:off x="4983480" y="3264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98348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gráficos, customización de tooltips y ejes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846320" y="3941064"/>
            <a:ext cx="3749040" cy="5943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5" name="Shape 28"/>
          <p:cNvSpPr/>
          <p:nvPr/>
        </p:nvSpPr>
        <p:spPr>
          <a:xfrm>
            <a:off x="4846320" y="3941064"/>
            <a:ext cx="45720" cy="5943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6" name="Text 29"/>
          <p:cNvSpPr/>
          <p:nvPr/>
        </p:nvSpPr>
        <p:spPr>
          <a:xfrm>
            <a:off x="498348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983480" y="4215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estructura de componentes, manejo de estado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9" name="Text 32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agentic: contexto → acción → build → error detectado → corrección → validación visual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7432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conceptual y de producto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154680"/>
            <a:ext cx="2926080" cy="1645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154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el POR QUÉ
</a:t>
            </a:r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el CÓMO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320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razonó Claude?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14800" y="960120"/>
            <a:ext cx="46634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960120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4279392" y="996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del dashboard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79392" y="1261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debía comunicar y para quién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0" y="1755648"/>
            <a:ext cx="46634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0" y="1755648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4279392" y="17922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gráficos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79392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Cuáles aportaban valor real vs. ruido visual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0" y="2551176"/>
            <a:ext cx="46634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0" y="2551176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4279392" y="2587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operativo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79392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"MEJORA" a INESTABLE / ESTABLE / REQUIERE ATENCIÓN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0" y="3346704"/>
            <a:ext cx="46634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0" y="3346704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0"/>
          <p:cNvSpPr/>
          <p:nvPr/>
        </p:nvSpPr>
        <p:spPr>
          <a:xfrm>
            <a:off x="4279392" y="3383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e identidad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279392" y="36484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Rappi sin saturar, look ejecutivo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0" y="4142232"/>
            <a:ext cx="466344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0" y="4142232"/>
            <a:ext cx="54864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4"/>
          <p:cNvSpPr/>
          <p:nvPr/>
        </p:nvSpPr>
        <p:spPr>
          <a:xfrm>
            <a:off x="4279392" y="4178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útiles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279392" y="4443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tiendas por hora &gt; % bajo lo esperado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agentes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subagentes en paralelo — sino una división clara de roles dentro de un mismo flujo agentic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6052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160520" cy="54864"/>
          </a:xfrm>
          <a:prstGeom prst="rect">
            <a:avLst/>
          </a:prstGeom>
          <a:solidFill>
            <a:srgbClr val="A25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4081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Diseño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17830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 visual y marca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121408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referencia visual de Rappi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505456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hero al estilo de marca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889504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871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jerarquía visual por sección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273552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255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cuándo usar rojo Rappi y cuándo no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657600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639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textos operativos del dashboard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4041648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023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 KPIs con sparklines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4425696"/>
            <a:ext cx="73152" cy="256032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claridad sin sobrecargar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709160" y="1280160"/>
            <a:ext cx="406908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1280160"/>
            <a:ext cx="4069080" cy="54864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08176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94376" y="1408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Verificación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873752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técnica y visual del output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846320" y="2121408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9" name="Text 25"/>
          <p:cNvSpPr/>
          <p:nvPr/>
        </p:nvSpPr>
        <p:spPr>
          <a:xfrm>
            <a:off x="4956048" y="2139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4956048" y="23225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errores de compilación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46320" y="2569464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2" name="Text 28"/>
          <p:cNvSpPr/>
          <p:nvPr/>
        </p:nvSpPr>
        <p:spPr>
          <a:xfrm>
            <a:off x="4956048" y="25877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local con Vite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4956048" y="27706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entorno de desarrollo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46320" y="3017520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5" name="Text 31"/>
          <p:cNvSpPr/>
          <p:nvPr/>
        </p:nvSpPr>
        <p:spPr>
          <a:xfrm>
            <a:off x="4956048" y="30358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capturas desktop/mobile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956048" y="32186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dashboard como lo vería el usuario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46320" y="3465576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8" name="Text 34"/>
          <p:cNvSpPr/>
          <p:nvPr/>
        </p:nvSpPr>
        <p:spPr>
          <a:xfrm>
            <a:off x="4956048" y="3483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en blanco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4956048" y="36667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diagnosticar renders fallidos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846320" y="3913632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1" name="Text 37"/>
          <p:cNvSpPr/>
          <p:nvPr/>
        </p:nvSpPr>
        <p:spPr>
          <a:xfrm>
            <a:off x="4956048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faltantes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4956048" y="41148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errores de runtime en caliente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846320" y="4361688"/>
            <a:ext cx="3749040" cy="38404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4" name="Text 40"/>
          <p:cNvSpPr/>
          <p:nvPr/>
        </p:nvSpPr>
        <p:spPr>
          <a:xfrm>
            <a:off x="4956048" y="437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gráficos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4956048" y="45628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nada se montara ni desbordara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7" name="Text 43"/>
          <p:cNvSpPr/>
          <p:nvPr/>
        </p:nvSpPr>
        <p:spPr>
          <a:xfrm>
            <a:off x="50292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asumió ambos roles dentro del mismo flujo — con instrucciones claras sobre cuándo actuar como diseñador y cuándo como QA.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 — Conexión con el entorno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se quedó en texto — usó herramientas externas reales para diseño y verificación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12064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120640" cy="54864"/>
          </a:xfrm>
          <a:prstGeom prst="rect">
            <a:avLst/>
          </a:prstGeom>
          <a:solidFill>
            <a:srgbClr val="A25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26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264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 Figma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" y="1874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el dashboard con el diseño formal de Figma, sin copiar estilos a mano.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395728"/>
            <a:ext cx="480060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2395728"/>
            <a:ext cx="45720" cy="502920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tokens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2633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tipografía y espaciado desde el archivo Figma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990088"/>
            <a:ext cx="480060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" y="2990088"/>
            <a:ext cx="45720" cy="502920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017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estilos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3227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 implementado con lo diseñado formalmente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3584448"/>
            <a:ext cx="480060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" y="3584448"/>
            <a:ext cx="45720" cy="502920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6118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componentes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Figma → componentes React equivalentes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4178808"/>
            <a:ext cx="480060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2" name="Shape 19"/>
          <p:cNvSpPr/>
          <p:nvPr/>
        </p:nvSpPr>
        <p:spPr>
          <a:xfrm>
            <a:off x="502920" y="4178808"/>
            <a:ext cx="45720" cy="502920"/>
          </a:xfrm>
          <a:prstGeom prst="rect">
            <a:avLst/>
          </a:prstGeom>
          <a:solidFill>
            <a:srgbClr val="A259FF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2062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diseño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4416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refleja el sistema de diseño, no una copia manual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0" y="1280160"/>
            <a:ext cx="3108960" cy="3566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1280160"/>
            <a:ext cx="3108960" cy="54864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426464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6364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Playwright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5833872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visual automatizada del dashboard en el navegador real.</a:t>
            </a:r>
            <a:endParaRPr lang="en-US" sz="11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487168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080760" y="24505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dashboard en localhost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94436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080760" y="2907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desktop y mobile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3401568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080760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texto desbordado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3858768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80760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gráficos legibles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4315968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080760" y="4279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layout sin roturas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41" name="Text 32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Playwright detectó el dashboard en blanco → revisó el servidor → encontró ícono faltante → lo corrigió sin intervención manual.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tomaron — buscando un dashboard más útil para análisis operativo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bajo lo esperado por hora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tiendas visibles por hora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374904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Daba muchos 100%, no mostraba variación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genérica "MEJORA"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984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1984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INESTABLE / ESTABLE / REQUIERE ATENCIÓN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2395728"/>
            <a:ext cx="374904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Lenguaje operativo que habla directo a quien monitorea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estáticos en cards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con sparklines de tendencia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315968"/>
            <a:ext cx="374904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159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Muestra el comportamiento sin ocupar espacio extra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114800" cy="1691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401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Rappi en toda la interfaz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904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Rappi como acento específico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4315968"/>
            <a:ext cx="3749040" cy="50292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3159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Identidad sin saturación; jerarquía visual clara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73152"/>
          </a:xfrm>
          <a:prstGeom prst="rect">
            <a:avLst/>
          </a:prstGeom>
          <a:solidFill>
            <a:srgbClr val="FF441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Dashboard visualmente alineado a Rappi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673352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7335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Lectura ejecutiva más clara y directa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95144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29514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Diagnóstico operativo útil para decisiones reales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916936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169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KPIs modernos con tendencia visible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538728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5387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Gráficos que responden preguntas concretas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4160520"/>
            <a:ext cx="3931920" cy="530352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160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Interpretación textual para apoyar acciones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457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3192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64008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Razonamiento, narrativa y decisiones de producto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2057400"/>
            <a:ext cx="393192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057400"/>
            <a:ext cx="64008" cy="7772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técnica, builds y corrección de errores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971800"/>
            <a:ext cx="393192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971800"/>
            <a:ext cx="64008" cy="777240"/>
          </a:xfrm>
          <a:prstGeom prst="rect">
            <a:avLst/>
          </a:prstGeom>
          <a:solidFill>
            <a:srgbClr val="FF441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entorno real del proyecto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886200"/>
            <a:ext cx="393192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886200"/>
            <a:ext cx="64008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931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visual y validación de diseño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4709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4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como copiloto de producto, diseño y desarrollo.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usé IA en mi proyecto</dc:title>
  <dc:subject>PptxGenJS Presentation</dc:subject>
  <dc:creator>PptxGenJS</dc:creator>
  <cp:lastModifiedBy>PptxGenJS</cp:lastModifiedBy>
  <cp:revision>1</cp:revision>
  <dcterms:created xsi:type="dcterms:W3CDTF">2026-04-21T19:29:38Z</dcterms:created>
  <dcterms:modified xsi:type="dcterms:W3CDTF">2026-04-21T19:29:38Z</dcterms:modified>
</cp:coreProperties>
</file>